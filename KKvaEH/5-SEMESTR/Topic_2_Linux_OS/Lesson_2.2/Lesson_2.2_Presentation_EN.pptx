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Military Security and Defense University of the Republic of Uzbekistan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Institute of Information and Communication Technologies and Military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7FD1BD"/>
                </a:solidFill>
                <a:latin typeface="Times New Roman"/>
              </a:rPr>
              <a:t>Cyber Forensics and Ethical Hacking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Topic 2. Linux OS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Lesson 2. Working in Linux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THEORY: working with the terminal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1208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Practical lesson · 4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21208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Kali Linux · zsh · 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1">
                <a:solidFill>
                  <a:srgbClr val="DDE6F2"/>
                </a:solidFill>
                <a:latin typeface="Times New Roman"/>
              </a:rPr>
              <a:t>Tashkent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TERMINAL, CONSOLE,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Terminal, console and shell: who does what?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363152"/>
            <a:ext cx="6995157" cy="268033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3_terminal_sh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408872"/>
            <a:ext cx="6903717" cy="25888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089206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2. The path of a command: from the keyboard to the kernel and 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Terminal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window where you type (Kali: QTerminal)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Shell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program that understands commands (Kali: zsh, servers: bash)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Console (TTY)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 full-screen text mode, no graphics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CLI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working with typed commands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The terminal is only a window. The shell is the “translator” that understands and runs the command.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TERMINAL, CONSOLE,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In practice: which console and which shell?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262" y="1508760"/>
            <a:ext cx="5706931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82" y="1554480"/>
            <a:ext cx="5615491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937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4. Console (TTY3):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tty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 shows /dev/tty3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99232" y="1508760"/>
            <a:ext cx="4226695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952" y="1554480"/>
            <a:ext cx="4135255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2280" y="493776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5. Finding the shell: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echo $SHELL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echo $0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bash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4924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1F3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641848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3856" y="5349240"/>
            <a:ext cx="5257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To the console: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Host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F3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 back: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Host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F7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 Leave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exit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53492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5641848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79208" y="5349240"/>
            <a:ext cx="4114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bash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starts bash,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exit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returns to zsh.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1.2 · THE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The prompt: the shell says “I am ready”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233707"/>
            <a:ext cx="6995158" cy="29392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5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279427"/>
            <a:ext cx="6903718" cy="284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218651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6. Structure of the Kali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Two lines: info on top, the command below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kali㉿kali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who, on which computer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[~]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current directory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= normal user,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#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= root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zsh helpers: grey suggestion (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→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accepts it); a valid command is green, a wrong one is 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1.3 · COMMAND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 command = command + option +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6_sintak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8. Parts of a command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Command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what to do: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Option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how to do it: short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-l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long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--all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Argument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what to act on: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/etc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Short options combine: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ls -la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Case matters: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ls -r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ls -R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are different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1.3 · COMMAND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Quotes and the </a:t>
            </a:r>
            <a:r>
              <a:rPr sz="2550" b="1" i="0">
                <a:solidFill>
                  <a:srgbClr val="178A73"/>
                </a:solidFill>
                <a:latin typeface="Consolas"/>
              </a:rPr>
              <a:t>--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017966"/>
            <a:ext cx="6995160" cy="33707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7_soz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3686"/>
            <a:ext cx="6903720" cy="3279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3439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9. How the shell splits a line into 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A space separates words – put a name with a space in quotes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Inside “ ” a variable expands: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$USER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Inside ‘ ’ everything is literal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--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means “options end here”: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rm -- -file.txt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When in doubt, use double quotes.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COMMAND TYPES AND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Where is a command found?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8_qidiru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10. Search order and PATH directories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Order: alias → keyword → function → builtin → program file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PATH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 list of directories (split by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: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), left to right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Not found: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command not found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(code 127)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type -a ls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shows the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Add a directory: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export PATH="$PATH:$HOME/lab22/bin"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 Never add the current directory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.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to PATH!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1.5 · GETTING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No need to memorise – just know how to look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9_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11. The man page: structure, keys,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man grep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full manual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ls --help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 short reminder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man -k word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if you don’t know the name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Inside man: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/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search,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q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quit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Start every new tool by reading its manual.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1.6 · WORKING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Tab, history and shortcuts: type 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147411"/>
            <a:ext cx="6995158" cy="311181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0_tugm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193131"/>
            <a:ext cx="6903718" cy="3020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304948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12. Line-editing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Tab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completes a name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↑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previous command;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history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list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Ctrl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R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search the history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Ctrl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stops (NOT copy)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Never type a password in a command – it stays in the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1.7 · STREAMS AND REDIRECTION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Sending output from the screen to a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337" y="1691640"/>
            <a:ext cx="6510901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3_yonaltir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57" y="1737360"/>
            <a:ext cx="6419461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60720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14. Redirection operators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Three streams: stdin 0 (input), stdout 1 (output), stderr 2 (errors)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&gt;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writes to a file,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&gt;&gt;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appends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2&gt;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redirects only errors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2&gt;/dev/null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discards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&gt;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erases the old content of a file – be careful!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1.8 · PIPE AND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Chaining small commands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4_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15. A pipeline: the data shrinks at each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|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passes one command’s output to the next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Filters: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grep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sort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uniq -c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cut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wc -l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Build the chain one step at a time and check each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sort | uniq -c | sort -nr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answers “how many times did each thing occur?”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1.9 · COMBINING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</a:t>
            </a:r>
            <a:r>
              <a:rPr sz="2550" b="1" i="0">
                <a:solidFill>
                  <a:srgbClr val="178A73"/>
                </a:solidFill>
                <a:latin typeface="Consolas"/>
              </a:rPr>
              <a:t>&amp;&amp;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</a:t>
            </a:r>
            <a:r>
              <a:rPr sz="2550" b="1" i="0">
                <a:solidFill>
                  <a:srgbClr val="178A73"/>
                </a:solidFill>
                <a:latin typeface="Consolas"/>
              </a:rPr>
              <a:t>||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and the exit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276856"/>
            <a:ext cx="6995160" cy="2852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5_operator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22576"/>
            <a:ext cx="6903720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175504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16. The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&amp;&amp;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 and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||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 operators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always runs the next one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&amp;&amp;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only if the previous one succeeded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||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only if the previous one failed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Exit code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$?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: 0 = fine, other number =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cd dir &amp;&amp; rm -r *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is safer than using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1.10 · VARIABLES, ALIASES,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Variables and aliases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017966"/>
            <a:ext cx="6995160" cy="33707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6_ozgaruv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3686"/>
            <a:ext cx="6903720" cy="3279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3439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17. A plain and an exported variable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NAME=value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(no spaces), read it with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$NAME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export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passes it to child processes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alias ll='ls -l'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 short name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To keep it: write it into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~/.zshrc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Write to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~/.zshrc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only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&gt;&gt;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&gt;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erases the whole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1.11 · PROCESSES AND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 process is a running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276856"/>
            <a:ext cx="6995160" cy="2852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7_jara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22576"/>
            <a:ext cx="6903720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175504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18. The process tree: PID and PPID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Every process has a number: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PID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; its parent: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PPID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View: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ps aux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top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pgrep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kill PID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polite;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kill -9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last resort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Background: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&amp;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Ctrl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Z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bg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fg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If the terminal closes, its background jobs stop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1.12 · PACKAGES: APT AND DPKG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Installing programs with the package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147411"/>
            <a:ext cx="6995158" cy="311181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0_a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193131"/>
            <a:ext cx="6903718" cy="3020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304948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20. apt: from the repository to the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sudo apt update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refreshes the list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sudo apt install nmap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installs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apt remove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apt purge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removes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dpkg -S file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which package owns a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Install only from the official repository.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sudo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asks for your own password.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1.13 · SERVICES: SYSTEMD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 service is a program that runs in the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017966"/>
            <a:ext cx="6995160" cy="33707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1_system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3686"/>
            <a:ext cx="6903720" cy="3279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3439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21. Current state and boot-time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systemctl status ssh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see the state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start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stop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current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state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enable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disable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boot-time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state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journalctl -u ssh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service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SSH is off by default in Kali. Leave it off after the lesson.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1.14 · BASH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 script is a file of saved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2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715928"/>
            <a:ext cx="6995159" cy="397478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2_sk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61648"/>
            <a:ext cx="6903719" cy="38833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36430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22. Script structure and how to run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Key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First line: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#!/bin/bash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(shebang)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bash triage.sh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no special permission needed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chmod +x triage.sh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./triage.sh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$1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an argument,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$?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the exit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Write it once – run it as many times as you like.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Times New Roman"/>
              </a:rPr>
              <a:t>THANK YOU FOR YOUR ATTENTION!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429000"/>
            <a:ext cx="137160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Now the practice: 13 tasks on the Kali Linux 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