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Zaifliklar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6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OpenAI Codex</c:v>
                  </c:pt>
                  <c:pt idx="1">
                    <c:v>Sonos Era 300</c:v>
                  </c:pt>
                  <c:pt idx="2">
                    <c:v>Oracle AI DB</c:v>
                  </c:pt>
                  <c:pt idx="3">
                    <c:v>Philips Hue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E6ED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6EDF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6" Type="http://schemas.openxmlformats.org/officeDocument/2006/relationships/hyperlink" Target="https://www.bleepingcomputer.com/news/security/hackers-exploit-32-zero-days-on-first-day-of-pwn2own-ireland/" TargetMode="External"/><Relationship Id="rId11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2" Type="http://schemas.openxmlformats.org/officeDocument/2006/relationships/image" Target="../media/image-1-11.png"/><Relationship Id="rId13" Type="http://schemas.openxmlformats.org/officeDocument/2006/relationships/image" Target="../media/image-1-12.png"/><Relationship Id="rId14" Type="http://schemas.openxmlformats.org/officeDocument/2006/relationships/image" Target="../media/image-1-13.png"/><Relationship Id="rId15" Type="http://schemas.openxmlformats.org/officeDocument/2006/relationships/image" Target="../media/image-1-14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480560" cy="292608"/>
          </a:xfrm>
          <a:prstGeom prst="roundRect">
            <a:avLst>
              <a:gd name="adj" fmla="val 50000"/>
            </a:avLst>
          </a:prstGeom>
          <a:solidFill>
            <a:srgbClr val="3A1420"/>
          </a:solidFill>
          <a:ln w="9525">
            <a:solidFill>
              <a:srgbClr val="FF4D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b="1" dirty="0">
                <a:solidFill>
                  <a:srgbClr val="FF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 YANGILIGI   |   6-oktabr, 2026   |   Pwn2Own Ireland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Pwn2Own Ireland 2026: </a:t>
            </a:r>
            <a:pPr indent="0" marL="0">
              <a:buNone/>
            </a:pPr>
            <a:r>
              <a:rPr lang="en-US" sz="25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kunda 32 ta zero-day ekspluatatsiya qilindi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Micro Zero Day Initiative (ZDI) tanlovida tadqiqotchilar smartfon, printer, aqlli uy qurilmalari va AI tizimlarini buzib, bir kunda $388 500 mukofot yutishdi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724912" cy="1005840"/>
          </a:xfrm>
          <a:prstGeom prst="roundRect">
            <a:avLst>
              <a:gd name="adj" fmla="val 7273"/>
            </a:avLst>
          </a:prstGeom>
          <a:solidFill>
            <a:srgbClr val="141E3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874520"/>
            <a:ext cx="548640" cy="548640"/>
          </a:xfrm>
          <a:prstGeom prst="ellipse">
            <a:avLst/>
          </a:prstGeom>
          <a:solidFill>
            <a:srgbClr val="FF4D5E"/>
          </a:solidFill>
          <a:ln w="12700">
            <a:solidFill>
              <a:srgbClr val="FF4D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20061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212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zaiflik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1-kunda ekspluatatsiya qilindi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73552" y="1645920"/>
            <a:ext cx="2724912" cy="1005840"/>
          </a:xfrm>
          <a:prstGeom prst="roundRect">
            <a:avLst>
              <a:gd name="adj" fmla="val 7273"/>
            </a:avLst>
          </a:prstGeom>
          <a:solidFill>
            <a:srgbClr val="141E3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38144" y="1874520"/>
            <a:ext cx="548640" cy="5486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818" y="20061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42232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$388.5K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142232" y="2212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mukofot puli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1-kun natijasi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81344" y="1645920"/>
            <a:ext cx="2724912" cy="1005840"/>
          </a:xfrm>
          <a:prstGeom prst="roundRect">
            <a:avLst>
              <a:gd name="adj" fmla="val 7273"/>
            </a:avLst>
          </a:prstGeom>
          <a:solidFill>
            <a:srgbClr val="141E3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45936" y="187452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0" y="200619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50024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7050024" y="2212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nishon kategoriyasi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telefon, printer, AI, sog’liq…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89136" y="1645920"/>
            <a:ext cx="2724912" cy="1005840"/>
          </a:xfrm>
          <a:prstGeom prst="roundRect">
            <a:avLst>
              <a:gd name="adj" fmla="val 7273"/>
            </a:avLst>
          </a:prstGeom>
          <a:solidFill>
            <a:srgbClr val="141E3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53728" y="1874520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02" y="200619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957816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kun</a:t>
            </a:r>
            <a:endParaRPr lang="en-US" sz="3000" dirty="0"/>
          </a:p>
        </p:txBody>
      </p:sp>
      <p:sp>
        <p:nvSpPr>
          <p:cNvPr id="25" name="Text 19"/>
          <p:cNvSpPr txBox="1"/>
          <p:nvPr/>
        </p:nvSpPr>
        <p:spPr>
          <a:xfrm>
            <a:off x="9957816" y="22128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vendorlarga muhlat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chiqarish uchun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65760" y="2834640"/>
            <a:ext cx="4251960" cy="2514600"/>
          </a:xfrm>
          <a:prstGeom prst="roundRect">
            <a:avLst>
              <a:gd name="adj" fmla="val 2909"/>
            </a:avLst>
          </a:prstGeom>
          <a:solidFill>
            <a:srgbClr val="141E3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4864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BUZILGAN NISHONLAR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3264408"/>
            <a:ext cx="292608" cy="292608"/>
          </a:xfrm>
          <a:prstGeom prst="ellipse">
            <a:avLst/>
          </a:prstGeom>
          <a:solidFill>
            <a:srgbClr val="FF4D5E"/>
          </a:solidFill>
          <a:ln w="12700">
            <a:solidFill>
              <a:srgbClr val="FF4D5E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6" y="3334634"/>
            <a:ext cx="152156" cy="1521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0120" y="3227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Galaxy S26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marta buzildi (Interrupt Labs, Ikotas, Viettel)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3602736"/>
            <a:ext cx="292608" cy="2926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6" y="3672962"/>
            <a:ext cx="152156" cy="15215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60120" y="3566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Hue Bridge Pro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 zero-day zanjiri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3941064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866" y="4011290"/>
            <a:ext cx="152156" cy="1521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60120" y="3904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AI DB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zero-day zanjiri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548640" y="427939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66" y="4349618"/>
            <a:ext cx="152156" cy="15215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60120" y="4242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(AI agent)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 argument injection xatosi bilan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548640" y="4617720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866" y="4687946"/>
            <a:ext cx="152156" cy="152156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60120" y="4581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Sonos Era 300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 zaiflik — yana buzildi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548640" y="4956048"/>
            <a:ext cx="292608" cy="2926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866" y="5026274"/>
            <a:ext cx="152156" cy="152156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960120" y="4919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Lexmark, Canon printerlari + LiteLLM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MFP printerlar va AI proxy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4800600" y="283464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141E3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498348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ZANJIRI UZUNLIGI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4983480" y="3182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hujum uchun ulangan zaifliklar soni</a:t>
            </a:r>
            <a:endParaRPr lang="en-US" sz="105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4892040" y="3429000"/>
          <a:ext cx="33832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0" name="Shape 37"/>
          <p:cNvSpPr/>
          <p:nvPr/>
        </p:nvSpPr>
        <p:spPr>
          <a:xfrm>
            <a:off x="8549640" y="2834640"/>
            <a:ext cx="3273552" cy="1325880"/>
          </a:xfrm>
          <a:prstGeom prst="roundRect">
            <a:avLst>
              <a:gd name="adj" fmla="val 5517"/>
            </a:avLst>
          </a:prstGeom>
          <a:solidFill>
            <a:srgbClr val="2A241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8732520" y="301752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3221" y="3138221"/>
            <a:ext cx="261518" cy="261518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937260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LIDER: VinSOC (Vyetnam)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Vũ Chí Thành &amp; Huỳnh Đức Tin</a:t>
            </a:r>
            <a:endParaRPr lang="en-US" sz="1200" dirty="0"/>
          </a:p>
        </p:txBody>
      </p:sp>
      <p:sp>
        <p:nvSpPr>
          <p:cNvPr id="54" name="Text 40"/>
          <p:cNvSpPr txBox="1"/>
          <p:nvPr/>
        </p:nvSpPr>
        <p:spPr>
          <a:xfrm>
            <a:off x="873252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$80 000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2 × $40K</a:t>
            </a:r>
            <a:endParaRPr lang="en-US" sz="2400" dirty="0"/>
          </a:p>
        </p:txBody>
      </p:sp>
      <p:sp>
        <p:nvSpPr>
          <p:cNvPr id="55" name="Shape 41"/>
          <p:cNvSpPr/>
          <p:nvPr/>
        </p:nvSpPr>
        <p:spPr>
          <a:xfrm>
            <a:off x="8549640" y="4251960"/>
            <a:ext cx="3273552" cy="530352"/>
          </a:xfrm>
          <a:prstGeom prst="roundRect">
            <a:avLst>
              <a:gd name="adj" fmla="val 13793"/>
            </a:avLst>
          </a:prstGeom>
          <a:solidFill>
            <a:srgbClr val="141E3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56" name="Shape 42"/>
          <p:cNvSpPr/>
          <p:nvPr/>
        </p:nvSpPr>
        <p:spPr>
          <a:xfrm>
            <a:off x="8686800" y="4352544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5804" y="4431548"/>
            <a:ext cx="171176" cy="171176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9098280" y="425196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yil (3 kun): </a:t>
            </a:r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zero-day · $1 024 750</a:t>
            </a:r>
            <a:endParaRPr lang="en-US" sz="1200" dirty="0"/>
          </a:p>
        </p:txBody>
      </p:sp>
      <p:sp>
        <p:nvSpPr>
          <p:cNvPr id="59" name="Shape 44"/>
          <p:cNvSpPr/>
          <p:nvPr/>
        </p:nvSpPr>
        <p:spPr>
          <a:xfrm>
            <a:off x="8549640" y="4846320"/>
            <a:ext cx="3273552" cy="502920"/>
          </a:xfrm>
          <a:prstGeom prst="roundRect">
            <a:avLst>
              <a:gd name="adj" fmla="val 14545"/>
            </a:avLst>
          </a:prstGeom>
          <a:solidFill>
            <a:srgbClr val="141E3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8686800" y="4933188"/>
            <a:ext cx="329184" cy="329184"/>
          </a:xfrm>
          <a:prstGeom prst="ellipse">
            <a:avLst/>
          </a:prstGeom>
          <a:solidFill>
            <a:srgbClr val="FF4D5E"/>
          </a:solidFill>
          <a:ln w="12700">
            <a:solidFill>
              <a:srgbClr val="FF4D5E"/>
            </a:solidFill>
            <a:prstDash val="solid"/>
          </a:ln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5804" y="5012192"/>
            <a:ext cx="171176" cy="171176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9098280" y="4846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Pixel 10: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Noise Club ulgurmadi (vaqt tugadi)</a:t>
            </a:r>
            <a:endParaRPr lang="en-US" sz="1100" dirty="0"/>
          </a:p>
        </p:txBody>
      </p:sp>
      <p:sp>
        <p:nvSpPr>
          <p:cNvPr id="63" name="Text 47"/>
          <p:cNvSpPr txBox="1"/>
          <p:nvPr/>
        </p:nvSpPr>
        <p:spPr>
          <a:xfrm>
            <a:off x="365760" y="5468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DISCLOSURE JARAYONI</a:t>
            </a:r>
            <a:endParaRPr lang="en-US" sz="1100" dirty="0"/>
          </a:p>
        </p:txBody>
      </p:sp>
      <p:sp>
        <p:nvSpPr>
          <p:cNvPr id="64" name="Shape 48"/>
          <p:cNvSpPr/>
          <p:nvPr/>
        </p:nvSpPr>
        <p:spPr>
          <a:xfrm>
            <a:off x="365760" y="5742432"/>
            <a:ext cx="1572768" cy="566928"/>
          </a:xfrm>
          <a:prstGeom prst="homePlate">
            <a:avLst/>
          </a:prstGeom>
          <a:solidFill>
            <a:srgbClr val="FF4D5E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65" name="Text 49"/>
          <p:cNvSpPr txBox="1"/>
          <p:nvPr/>
        </p:nvSpPr>
        <p:spPr>
          <a:xfrm>
            <a:off x="438912" y="5742432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Zaiflik topiladi</a:t>
            </a:r>
            <a:endParaRPr lang="en-US" sz="1050" dirty="0"/>
          </a:p>
        </p:txBody>
      </p:sp>
      <p:sp>
        <p:nvSpPr>
          <p:cNvPr id="66" name="Shape 50"/>
          <p:cNvSpPr/>
          <p:nvPr/>
        </p:nvSpPr>
        <p:spPr>
          <a:xfrm>
            <a:off x="1883664" y="5742432"/>
            <a:ext cx="1572768" cy="566928"/>
          </a:xfrm>
          <a:prstGeom prst="chevron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7" name="Text 51"/>
          <p:cNvSpPr txBox="1"/>
          <p:nvPr/>
        </p:nvSpPr>
        <p:spPr>
          <a:xfrm>
            <a:off x="2157984" y="5742432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ekspluatatsiya</a:t>
            </a:r>
            <a:endParaRPr lang="en-US" sz="1050" dirty="0"/>
          </a:p>
        </p:txBody>
      </p:sp>
      <p:sp>
        <p:nvSpPr>
          <p:cNvPr id="68" name="Shape 52"/>
          <p:cNvSpPr/>
          <p:nvPr/>
        </p:nvSpPr>
        <p:spPr>
          <a:xfrm>
            <a:off x="3401568" y="5742432"/>
            <a:ext cx="1572768" cy="566928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9" name="Text 53"/>
          <p:cNvSpPr txBox="1"/>
          <p:nvPr/>
        </p:nvSpPr>
        <p:spPr>
          <a:xfrm>
            <a:off x="3675888" y="5742432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ZDI vendorga uzatadi</a:t>
            </a:r>
            <a:endParaRPr lang="en-US" sz="1050" dirty="0"/>
          </a:p>
        </p:txBody>
      </p:sp>
      <p:sp>
        <p:nvSpPr>
          <p:cNvPr id="70" name="Shape 54"/>
          <p:cNvSpPr/>
          <p:nvPr/>
        </p:nvSpPr>
        <p:spPr>
          <a:xfrm>
            <a:off x="4919472" y="5742432"/>
            <a:ext cx="1572768" cy="566928"/>
          </a:xfrm>
          <a:prstGeom prst="chevron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1" name="Text 55"/>
          <p:cNvSpPr txBox="1"/>
          <p:nvPr/>
        </p:nvSpPr>
        <p:spPr>
          <a:xfrm>
            <a:off x="5193792" y="5742432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kunda patch</a:t>
            </a:r>
            <a:endParaRPr lang="en-US" sz="1050" dirty="0"/>
          </a:p>
        </p:txBody>
      </p:sp>
      <p:sp>
        <p:nvSpPr>
          <p:cNvPr id="72" name="Shape 56"/>
          <p:cNvSpPr/>
          <p:nvPr/>
        </p:nvSpPr>
        <p:spPr>
          <a:xfrm>
            <a:off x="6437376" y="5742432"/>
            <a:ext cx="1572768" cy="566928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3" name="Text 57"/>
          <p:cNvSpPr txBox="1"/>
          <p:nvPr/>
        </p:nvSpPr>
        <p:spPr>
          <a:xfrm>
            <a:off x="6711696" y="5742432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Ommaga e’lon</a:t>
            </a:r>
            <a:endParaRPr lang="en-US" sz="1050" dirty="0"/>
          </a:p>
        </p:txBody>
      </p:sp>
      <p:sp>
        <p:nvSpPr>
          <p:cNvPr id="74" name="Shape 58"/>
          <p:cNvSpPr/>
          <p:nvPr/>
        </p:nvSpPr>
        <p:spPr>
          <a:xfrm>
            <a:off x="8229600" y="5486400"/>
            <a:ext cx="3593592" cy="822960"/>
          </a:xfrm>
          <a:prstGeom prst="roundRect">
            <a:avLst>
              <a:gd name="adj" fmla="val 8889"/>
            </a:avLst>
          </a:prstGeom>
          <a:solidFill>
            <a:srgbClr val="2A152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75" name="Shape 59"/>
          <p:cNvSpPr/>
          <p:nvPr/>
        </p:nvSpPr>
        <p:spPr>
          <a:xfrm>
            <a:off x="8339328" y="5687568"/>
            <a:ext cx="420624" cy="420624"/>
          </a:xfrm>
          <a:prstGeom prst="ellipse">
            <a:avLst/>
          </a:prstGeom>
          <a:solidFill>
            <a:srgbClr val="FF4D5E"/>
          </a:solidFill>
          <a:ln w="12700">
            <a:solidFill>
              <a:srgbClr val="FF4D5E"/>
            </a:solidFill>
            <a:prstDash val="solid"/>
          </a:ln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40278" y="5788518"/>
            <a:ext cx="218724" cy="218724"/>
          </a:xfrm>
          <a:prstGeom prst="rect">
            <a:avLst/>
          </a:prstGeom>
        </p:spPr>
      </p:pic>
      <p:sp>
        <p:nvSpPr>
          <p:cNvPr id="77" name="Text 60"/>
          <p:cNvSpPr txBox="1"/>
          <p:nvPr/>
        </p:nvSpPr>
        <p:spPr>
          <a:xfrm>
            <a:off x="8869680" y="552297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muhim? 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agentlar va AI infratuzilma endi asosiy nishon; yangi kategoriya — sog’liq (wellness) qurilmalari</a:t>
            </a:r>
            <a:endParaRPr lang="en-US" sz="1050" dirty="0"/>
          </a:p>
        </p:txBody>
      </p:sp>
      <p:sp>
        <p:nvSpPr>
          <p:cNvPr id="78" name="Text 61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BleepingComputer (S. Gatlan, 06.10.2026) — </a:t>
            </a:r>
            <a:pPr indent="0" marL="0">
              <a:buNone/>
            </a:pPr>
            <a:r>
              <a:rPr lang="en-US" sz="10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https://www.bleepingcomputer.com/news/security/hackers-exploit-32-zero-days-on-first-day-of-pwn2own-ireland/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Pwn2Own Ireland 2026</dc:title>
  <dc:subject>PptxGenJS Presentation</dc:subject>
  <dc:creator>PptxGenJS</dc:creator>
  <cp:lastModifiedBy>PptxGenJS</cp:lastModifiedBy>
  <cp:revision>1</cp:revision>
  <dcterms:created xsi:type="dcterms:W3CDTF">2026-10-07T04:26:58Z</dcterms:created>
  <dcterms:modified xsi:type="dcterms:W3CDTF">2026-10-07T04:26:58Z</dcterms:modified>
</cp:coreProperties>
</file>