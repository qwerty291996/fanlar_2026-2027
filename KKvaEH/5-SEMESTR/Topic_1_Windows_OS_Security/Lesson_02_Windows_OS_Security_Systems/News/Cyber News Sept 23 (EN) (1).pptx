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Point Security Management Server: CVE-2026-93616 (CVSS 9.8), used in targeted attacks on July 23, fixed on Sept 22. F5 BIG-IP APM: CVE-2026-94127 (CVSS 9.8), exploited since at least Sept 22, added to CISA's exploited-vulnerabilities list. Sources: https://thehackernews.com/2026/09/check-point-warns-of-management-server.html https://thehackernews.com/2026/09/f5-patches-critical-big-ip-apm-zero-day.html https://www.securityweek.com/critical-f5-big-ip-vulnerability-exploited-as-zero-day/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ShinyHunters claims it stole 2–3 TB from FBIjobs.gov. The FBI says it is aware of the claims and investigating; it has not confirmed a breach. The claimed Oracle PeopleSoft zero-day has not been independently verified; 404 Media said some records in a sample matched real data. Sources: https://thehackernews.com/2026/09/shinyhunters-claims-fbi-breach-says-it.html https://www.bleepingcomputer.com/news/security/shinyhunters-claims-fbi-hack-data-theft-in-peoplesoft-zero-day-breach/ https://techcrunch.com/2026/09/22/hacking-group-shinyhunters-claims-it-breached-the-fbi-stole-agents-and-applicants-data/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CVE-2026-80521 (CVSS 7.8): use-after-free in the Linux kernel's AF_UNIX sockets. Ubuntu 26.04, 24.04 and 22.04 LTS affected. The upstream kernel fix shipped on Aug 6, but Ubuntu has not released a patch yet. Exploit is public; no active attacks confirmed. Found by DepthFirst. Sources: https://thehackernews.com/2026/09/exploit-released-for-unpatched-ubuntu.html https://thecybersecguru.com/news/cve-2026-80521-ubuntu-kernel-container-escape/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check-point-warns-of-management-server.html" TargetMode="External"/><Relationship Id="rId12" Type="http://schemas.openxmlformats.org/officeDocument/2006/relationships/hyperlink" Target="https://thehackernews.com/2026/09/f5-patches-critical-big-ip-apm-zero-day.html" TargetMode="External"/><Relationship Id="rId13" Type="http://schemas.openxmlformats.org/officeDocument/2006/relationships/hyperlink" Target="https://www.securityweek.com/critical-f5-big-ip-vulnerability-exploited-as-zero-day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shinyhunters-claims-fbi-breach-says-it.html" TargetMode="External"/><Relationship Id="rId12" Type="http://schemas.openxmlformats.org/officeDocument/2006/relationships/hyperlink" Target="https://www.bleepingcomputer.com/news/security/shinyhunters-claims-fbi-hack-data-theft-in-peoplesoft-zero-day-breach/" TargetMode="External"/><Relationship Id="rId13" Type="http://schemas.openxmlformats.org/officeDocument/2006/relationships/hyperlink" Target="https://techcrunch.com/2026/09/22/hacking-group-shinyhunters-claims-it-breached-the-fbi-stole-agents-and-applicants-data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exploit-released-for-unpatched-ubuntu.html" TargetMode="External"/><Relationship Id="rId12" Type="http://schemas.openxmlformats.org/officeDocument/2006/relationships/hyperlink" Target="https://thecybersecguru.com/news/cve-2026-80521-ubuntu-kernel-container-escape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08000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 1 · SEPTEMBER 22–23,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797520"/>
            <a:ext cx="8554974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devices that protect companies are being hacked themselves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641673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Attackers are already exploiting flaws in Check Point and F5 security devices.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14846"/>
            <a:ext cx="2159000" cy="1367631"/>
          </a:xfrm>
          <a:prstGeom prst="roundRect">
            <a:avLst>
              <a:gd name="adj" fmla="val 1207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935468" y="679946"/>
            <a:ext cx="931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67925" y="918666"/>
            <a:ext cx="717550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825732" y="1504057"/>
            <a:ext cx="11511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10 · critical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082998"/>
            <a:ext cx="10763250" cy="1638300"/>
          </a:xfrm>
          <a:prstGeom prst="roundRect">
            <a:avLst>
              <a:gd name="adj" fmla="val 9109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390973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68053" y="2860873"/>
            <a:ext cx="950119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Attacker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3241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Sends a special request over the internet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429073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16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390973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0029" y="2860873"/>
            <a:ext cx="109001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The guard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15166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 — the network’s front door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429073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21" name="Image 4" descr="War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390973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70812" y="2860873"/>
            <a:ext cx="95230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The flaw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317091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Lets anyone in without a password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429073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390973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779397" y="2860873"/>
            <a:ext cx="73898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Inside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145330" y="3143448"/>
            <a:ext cx="2007116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Files and email are now at risk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3918148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4086423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4096544"/>
            <a:ext cx="15747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example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442023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Imagine someone stole the key from a building’s security guard.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4989314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Now the thief walks right in, and nobody stops them.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4086423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4096544"/>
            <a:ext cx="229244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matter to us?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Banks, government offices and universities use these devices.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they are hacked, our personal data can be stolen too.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4086423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4096544"/>
            <a:ext cx="18202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we do?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teams should install the update (patch) right away.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of us: use strong passwords and two-factor login.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 — Check Point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 — F5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SecurityWeek — F5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08000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 2 · SEPTEMBER 22–23,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797520"/>
            <a:ext cx="8554974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Hackers claim they broke into the FBI’s job-application website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641673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FBI is investigating, but the breach has not been officially confirmed.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14846"/>
            <a:ext cx="2159000" cy="1367631"/>
          </a:xfrm>
          <a:prstGeom prst="roundRect">
            <a:avLst>
              <a:gd name="adj" fmla="val 1207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556651" y="679946"/>
            <a:ext cx="16891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CLAIMED AMOUNT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83539" y="918666"/>
            <a:ext cx="1686223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2–3 TB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834166" y="1504057"/>
            <a:ext cx="11342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yet confirmed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082998"/>
            <a:ext cx="10763250" cy="1638300"/>
          </a:xfrm>
          <a:prstGeom prst="roundRect">
            <a:avLst>
              <a:gd name="adj" fmla="val 9109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390973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6023" y="2860873"/>
            <a:ext cx="137408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ShinyHunters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3241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hacker group that demands money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429073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390973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62611" y="2860873"/>
            <a:ext cx="136475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Software flaw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25741" y="3143448"/>
            <a:ext cx="2038592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Oracle PeopleSoft (claimed)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429073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21" name="Image 4" descr="Glob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390973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1409" y="2860873"/>
            <a:ext cx="123100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FBIjobs.gov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68239" y="3143448"/>
            <a:ext cx="1957347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FBI’s job-application site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429073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390973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69934" y="2860873"/>
            <a:ext cx="1357809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Personal data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024945" y="3143448"/>
            <a:ext cx="2247786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Names, addresses, phone numbers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3918148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4086423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4096544"/>
            <a:ext cx="15747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example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442023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applied for a job, and your form is kept in the office archive.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4989314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Someone now claims they broke in and took every form.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4086423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4096544"/>
            <a:ext cx="229244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matter to us?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data is only as safe as the website we give it to.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Stolen personal data is used to send scam messages.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4086423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4096544"/>
            <a:ext cx="18202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we do?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Don’t trust unexpected emails or calls right away.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websites only the information they really need.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BleepingComputer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693142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NEWS 3 · SEPTEMBER 23,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82662"/>
            <a:ext cx="8554974" cy="409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Ubuntu, one program can take over a whole server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442839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 code is public online, but no fix has been released yet.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08000"/>
            <a:ext cx="2159000" cy="1367631"/>
          </a:xfrm>
          <a:prstGeom prst="roundRect">
            <a:avLst>
              <a:gd name="adj" fmla="val 1207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935468" y="673100"/>
            <a:ext cx="931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67925" y="911820"/>
            <a:ext cx="717550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901734" y="1497211"/>
            <a:ext cx="999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10 · high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069306"/>
            <a:ext cx="10763250" cy="1638300"/>
          </a:xfrm>
          <a:prstGeom prst="roundRect">
            <a:avLst>
              <a:gd name="adj" fmla="val 9109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25028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377281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9713" y="2847181"/>
            <a:ext cx="106680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Container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92035" y="3129756"/>
            <a:ext cx="210205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separate “room” on the server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415381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25028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377281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66592" y="2847181"/>
            <a:ext cx="115679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Kernel bug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18794" y="3129756"/>
            <a:ext cx="205238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Breaks the wall between rooms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415381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25028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21" name="Image 4" descr="Ke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377281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99" y="2847181"/>
            <a:ext cx="117762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Root access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317091" y="3129756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program becomes the server’s boss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415381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25028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377281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87694" y="2847181"/>
            <a:ext cx="132228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Whole server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288066" y="3129756"/>
            <a:ext cx="1721644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apps are now at risk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3904456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4072731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4082852"/>
            <a:ext cx="15747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example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504531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428331"/>
            <a:ext cx="299984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hotel, every room has its own lock.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4828977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4752777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guest breaks through the wall and grabs the master key.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3904456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4072731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4082852"/>
            <a:ext cx="229244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matter to us?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504531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428331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websites and cloud services run inside containers.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5051822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497562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hacked app puts other apps’ data on that server at risk.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3904456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4072731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4082852"/>
            <a:ext cx="182020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should we do?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504531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428331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 for the Ubuntu update and install it right away.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505182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497562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Don’t run untrusted programs on your servers.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CyberSec Guru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News Sept 23 (EN)</dc:title>
  <dc:subject>PptxGenJS Presentation</dc:subject>
  <dc:creator>PptxGenJS</dc:creator>
  <cp:lastModifiedBy>PptxGenJS</cp:lastModifiedBy>
  <cp:revision>1</cp:revision>
  <dcterms:created xsi:type="dcterms:W3CDTF">2026-09-24T04:16:01Z</dcterms:created>
  <dcterms:modified xsi:type="dcterms:W3CDTF">2026-09-24T04:16:01Z</dcterms:modified>
</cp:coreProperties>
</file>