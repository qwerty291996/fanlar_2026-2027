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Point Security Management Server: CVE-2026-93616 (CVSS 9.8), 23-iyulda maqsadli hujumlarda ishlatilgan, tuzatma 22-sentabrda chiqdi. F5 BIG-IP APM: CVE-2026-94127 (CVSS 9.8), kamida 22-sentabrdan hujumlarda ishlatilmoqda, CISA ro‘yxatiga kiritilgan. Manbalar: https://thehackernews.com/2026/09/check-point-warns-of-management-server.html https://thehackernews.com/2026/09/f5-patches-critical-big-ip-apm-zero-day.html https://www.securityweek.com/critical-f5-big-ip-vulnerability-exploited-as-zero-day/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ShinyHunters FBIjobs.gov’dan 2–3 TB ma’lumot o‘g‘irlaganini da’vo qilmoqda. FBI: “da’volardan xabardormiz, tekshiryapmiz”, buzilishni tasdiqlamagan. Oracle PeopleSoft zero-day haqidagi da’vo mustaqil tekshirilmagan; 404 Media namunadagi ba’zi yozuvlar haqiqiy ekanini aytgan. Manbalar: https://thehackernews.com/2026/09/shinyhunters-claims-fbi-breach-says-it.html https://www.bleepingcomputer.com/news/security/shinyhunters-claims-fbi-hack-data-theft-in-peoplesoft-zero-day-breach/ https://techcrunch.com/2026/09/22/hacking-group-shinyhunters-claims-it-breached-the-fbi-stole-agents-and-applicants-data/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CVE-2026-80521 (CVSS 7.8): Linux yadrosidagi AF_UNIX use-after-free. Ubuntu 26.04, 24.04, 22.04 LTS ta’sirlangan. Asosiy yadroda tuzatma 6-avgustda chiqqan, lekin Ubuntu hali tuzatma chiqarmagan. Exploit ochiq; faol hujumlar tasdiqlanmagan. Topgan: DepthFirst. Manbalar: https://thehackernews.com/2026/09/exploit-released-for-unpatched-ubuntu.html https://thecybersecguru.com/news/cve-2026-80521-ubuntu-kernel-container-escape/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1" Type="http://schemas.openxmlformats.org/officeDocument/2006/relationships/hyperlink" Target="https://thehackernews.com/2026/09/check-point-warns-of-management-server.html" TargetMode="External"/><Relationship Id="rId12" Type="http://schemas.openxmlformats.org/officeDocument/2006/relationships/hyperlink" Target="https://thehackernews.com/2026/09/f5-patches-critical-big-ip-apm-zero-day.html" TargetMode="External"/><Relationship Id="rId13" Type="http://schemas.openxmlformats.org/officeDocument/2006/relationships/hyperlink" Target="https://www.securityweek.com/critical-f5-big-ip-vulnerability-exploited-as-zero-day/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1" Type="http://schemas.openxmlformats.org/officeDocument/2006/relationships/hyperlink" Target="https://thehackernews.com/2026/09/shinyhunters-claims-fbi-breach-says-it.html" TargetMode="External"/><Relationship Id="rId12" Type="http://schemas.openxmlformats.org/officeDocument/2006/relationships/hyperlink" Target="https://www.bleepingcomputer.com/news/security/shinyhunters-claims-fbi-hack-data-theft-in-peoplesoft-zero-day-breach/" TargetMode="External"/><Relationship Id="rId13" Type="http://schemas.openxmlformats.org/officeDocument/2006/relationships/hyperlink" Target="https://techcrunch.com/2026/09/22/hacking-group-shinyhunters-claims-it-breached-the-fbi-stole-agents-and-applicants-data/" TargetMode="External"/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1" Type="http://schemas.openxmlformats.org/officeDocument/2006/relationships/hyperlink" Target="https://thehackernews.com/2026/09/exploit-released-for-unpatched-ubuntu.html" TargetMode="External"/><Relationship Id="rId12" Type="http://schemas.openxmlformats.org/officeDocument/2006/relationships/hyperlink" Target="https://thecybersecguru.com/news/cve-2026-80521-ubuntu-kernel-container-escape/" TargetMode="External"/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08000"/>
            <a:ext cx="8554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8A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1-YANGILIK · 22–23-SENTABR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797520"/>
            <a:ext cx="8554974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Kompaniyalarni himoya qiladigan qurilmalarning o‘zi buzilmoqda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200" y="1641673"/>
            <a:ext cx="85549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 Point va F5 qurilmalaridagi xatolardan hujumchilar allaqachon foydalanmoqda.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1800" y="514846"/>
            <a:ext cx="2159000" cy="1367631"/>
          </a:xfrm>
          <a:prstGeom prst="roundRect">
            <a:avLst>
              <a:gd name="adj" fmla="val 12072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/>
          <p:nvPr/>
        </p:nvSpPr>
        <p:spPr>
          <a:xfrm>
            <a:off x="9690001" y="679946"/>
            <a:ext cx="14225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5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 DARAJASI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67925" y="918666"/>
            <a:ext cx="717550" cy="585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F2A5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9.8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757966" y="1504057"/>
            <a:ext cx="128666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A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dan · juda yuqori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4375" y="2082998"/>
            <a:ext cx="10763250" cy="1638300"/>
          </a:xfrm>
          <a:prstGeom prst="roundRect">
            <a:avLst>
              <a:gd name="adj" fmla="val 9109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11" name="Image 0" descr="Glob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3413" y="2390973"/>
            <a:ext cx="2794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9613" y="2860873"/>
            <a:ext cx="1066998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Hujumchi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13241" y="3143448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Internet orqali maxsus so‘rov yuboradi</a:t>
            </a:r>
            <a:endParaRPr lang="en-US" sz="12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6275" y="2429073"/>
            <a:ext cx="3556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833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pic>
        <p:nvPicPr>
          <p:cNvPr id="16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5338" y="2390973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227513" y="2860873"/>
            <a:ext cx="103505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Qo‘riqchi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15166" y="3143448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Firewall — tarmoqning kirish eshigi</a:t>
            </a:r>
            <a:endParaRPr lang="en-US" sz="125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2429073"/>
            <a:ext cx="355600" cy="203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18026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pic>
        <p:nvPicPr>
          <p:cNvPr id="21" name="Image 4" descr="Warni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7263" y="2390973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130554" y="2860873"/>
            <a:ext cx="63281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Xato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509218" y="3143448"/>
            <a:ext cx="187548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Parolsiz kirishga yo‘l ochadi</a:t>
            </a:r>
            <a:endParaRPr lang="en-US" sz="12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0125" y="2429073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88218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pic>
        <p:nvPicPr>
          <p:cNvPr id="2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9188" y="2390973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91067" y="2860873"/>
            <a:ext cx="131564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Ichki tarmoq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199902" y="3143448"/>
            <a:ext cx="189797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Fayllar va pochta xavf ostida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14375" y="3918148"/>
            <a:ext cx="3464917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0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8050" y="4086423"/>
            <a:ext cx="254000" cy="254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50950" y="4096544"/>
            <a:ext cx="1597918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E6B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misol bilan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908050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3" name="Text 23"/>
          <p:cNvSpPr/>
          <p:nvPr/>
        </p:nvSpPr>
        <p:spPr>
          <a:xfrm>
            <a:off x="1073150" y="4442023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Bino qo‘riqchisining kaliti o‘g‘irlandi, deb tasavvur qiling.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908050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5" name="Text 25"/>
          <p:cNvSpPr/>
          <p:nvPr/>
        </p:nvSpPr>
        <p:spPr>
          <a:xfrm>
            <a:off x="1073150" y="4989314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Endi o‘g‘ri eshikdan bemalol kiradi, uni hech kim to‘xtatmaydi.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4363442" y="3918148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7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7117" y="4086423"/>
            <a:ext cx="254000" cy="254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00017" y="4096544"/>
            <a:ext cx="215713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9A5B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Bizga nima aloqasi bor?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4557117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0" name="Text 29"/>
          <p:cNvSpPr/>
          <p:nvPr/>
        </p:nvSpPr>
        <p:spPr>
          <a:xfrm>
            <a:off x="4722217" y="4442023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Banklar, idoralar, universitetlar shunday qurilmalardan foydalanadi.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4557117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2" name="Text 31"/>
          <p:cNvSpPr/>
          <p:nvPr/>
        </p:nvSpPr>
        <p:spPr>
          <a:xfrm>
            <a:off x="4722217" y="4989314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Ular buzilsa, bizning ma’lumotlarimiz ham o‘g‘irlanishi mumkin.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8012609" y="3918148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4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6284" y="4086423"/>
            <a:ext cx="254000" cy="2540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549184" y="4096544"/>
            <a:ext cx="171053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qilish kerak?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8206284" y="4518223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7" name="Text 35"/>
          <p:cNvSpPr/>
          <p:nvPr/>
        </p:nvSpPr>
        <p:spPr>
          <a:xfrm>
            <a:off x="8371384" y="4442023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bo‘limi yangilanishni (patch) darhol o‘rnatsin.</a:t>
            </a:r>
            <a:endParaRPr lang="en-US" sz="1350" dirty="0"/>
          </a:p>
        </p:txBody>
      </p:sp>
      <p:sp>
        <p:nvSpPr>
          <p:cNvPr id="48" name="Shape 36"/>
          <p:cNvSpPr/>
          <p:nvPr/>
        </p:nvSpPr>
        <p:spPr>
          <a:xfrm>
            <a:off x="8206284" y="5065514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9" name="Text 37"/>
          <p:cNvSpPr/>
          <p:nvPr/>
        </p:nvSpPr>
        <p:spPr>
          <a:xfrm>
            <a:off x="8371384" y="4989314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 birimiz kuchli parol va ikki bosqichli himoyadan foydalanaylik.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11200" y="6278959"/>
            <a:ext cx="110926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Manbalar: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 — Check Point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 — F5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SecurityWeek — F5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607814"/>
            <a:ext cx="8554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8A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2-YANGILIK · 22–23-SENTABR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897334"/>
            <a:ext cx="8554974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Hackerlar FBI ishga qabul saytini buzganini da’vo qilmoqda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200" y="1741488"/>
            <a:ext cx="85549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FBI buni tekshirmoqda, lekin buzilish hali rasman tasdiqlanmagan.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1800" y="508000"/>
            <a:ext cx="2159000" cy="1580952"/>
          </a:xfrm>
          <a:prstGeom prst="roundRect">
            <a:avLst>
              <a:gd name="adj" fmla="val 10443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/>
          <p:nvPr/>
        </p:nvSpPr>
        <p:spPr>
          <a:xfrm>
            <a:off x="9420225" y="673100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5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DA’VO QILINGAN HAJM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583539" y="1125141"/>
            <a:ext cx="1686223" cy="585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F2A5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2–3 TB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764316" y="1710531"/>
            <a:ext cx="127387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A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hali tasdiqlanmagan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4375" y="2282627"/>
            <a:ext cx="10763250" cy="1638300"/>
          </a:xfrm>
          <a:prstGeom prst="roundRect">
            <a:avLst>
              <a:gd name="adj" fmla="val 9109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246360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11" name="Image 0" descr="User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3413" y="2590602"/>
            <a:ext cx="2794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56023" y="3060502"/>
            <a:ext cx="1374080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ShinyHunters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94079" y="3343077"/>
            <a:ext cx="209796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Pul talab qiluvchi hacker guruhi</a:t>
            </a:r>
            <a:endParaRPr lang="en-US" sz="12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6275" y="2628702"/>
            <a:ext cx="3556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8338" y="246360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pic>
        <p:nvPicPr>
          <p:cNvPr id="16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5338" y="2590602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083645" y="3060502"/>
            <a:ext cx="132268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Dastur xatosi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15166" y="3343077"/>
            <a:ext cx="2259743" cy="4222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Oracle PeopleSoft dasturida (da’vo)</a:t>
            </a:r>
            <a:endParaRPr lang="en-US" sz="125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2628702"/>
            <a:ext cx="355600" cy="203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180263" y="246360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pic>
        <p:nvPicPr>
          <p:cNvPr id="21" name="Image 4" descr="Glob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7263" y="2590602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31409" y="3060502"/>
            <a:ext cx="123100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FBIjobs.gov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577112" y="3343077"/>
            <a:ext cx="1739702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FBI’ning ishga qabul sayti</a:t>
            </a:r>
            <a:endParaRPr lang="en-US" sz="12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0125" y="2628702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882188" y="2463602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pic>
        <p:nvPicPr>
          <p:cNvPr id="2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9188" y="2590602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295209" y="3060502"/>
            <a:ext cx="1707257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Shaxsiy ma’lumot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184062" y="3343077"/>
            <a:ext cx="1929652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Ism, manzil, telefon raqamlar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14375" y="4117777"/>
            <a:ext cx="3464917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0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8050" y="4286052"/>
            <a:ext cx="254000" cy="254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50950" y="4296172"/>
            <a:ext cx="1597918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E6B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misol bilan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908050" y="471785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3" name="Text 23"/>
          <p:cNvSpPr/>
          <p:nvPr/>
        </p:nvSpPr>
        <p:spPr>
          <a:xfrm>
            <a:off x="1073150" y="4641652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Ishga ariza berdingiz, anketangiz idora arxivida saqlanmoqda.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908050" y="526514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5" name="Text 25"/>
          <p:cNvSpPr/>
          <p:nvPr/>
        </p:nvSpPr>
        <p:spPr>
          <a:xfrm>
            <a:off x="1073150" y="5188942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Kimdir arxivga kirib, hamma anketani olib ketdim, deb da’vo qilmoqda.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4363442" y="4117777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7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7117" y="4286052"/>
            <a:ext cx="254000" cy="254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00017" y="4296172"/>
            <a:ext cx="215713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9A5B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Bizga nima aloqasi bor?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4557117" y="4717852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0" name="Text 29"/>
          <p:cNvSpPr/>
          <p:nvPr/>
        </p:nvSpPr>
        <p:spPr>
          <a:xfrm>
            <a:off x="4722217" y="4641652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Saytga bergan ma’lumotimiz xavfsizligi o‘sha saytning himoyasiga bog‘liq.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4557117" y="5265142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2" name="Text 31"/>
          <p:cNvSpPr/>
          <p:nvPr/>
        </p:nvSpPr>
        <p:spPr>
          <a:xfrm>
            <a:off x="4722217" y="5188942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O‘g‘irlangan ma’lumotdan firibgarlik xatlari yuborishda foydalaniladi.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8012609" y="4117777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4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6284" y="4286052"/>
            <a:ext cx="254000" cy="2540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549184" y="4296172"/>
            <a:ext cx="171053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qilish kerak?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8206284" y="471785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7" name="Text 35"/>
          <p:cNvSpPr/>
          <p:nvPr/>
        </p:nvSpPr>
        <p:spPr>
          <a:xfrm>
            <a:off x="8371384" y="4641652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Kutilmagan xat va qo‘ng‘iroqlarga darhol ishonmang.</a:t>
            </a:r>
            <a:endParaRPr lang="en-US" sz="1350" dirty="0"/>
          </a:p>
        </p:txBody>
      </p:sp>
      <p:sp>
        <p:nvSpPr>
          <p:cNvPr id="48" name="Shape 36"/>
          <p:cNvSpPr/>
          <p:nvPr/>
        </p:nvSpPr>
        <p:spPr>
          <a:xfrm>
            <a:off x="8206284" y="5265142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9" name="Text 37"/>
          <p:cNvSpPr/>
          <p:nvPr/>
        </p:nvSpPr>
        <p:spPr>
          <a:xfrm>
            <a:off x="8371384" y="5188942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Saytlarga faqat haqiqatan kerakli ma’lumotni bering.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11200" y="6278959"/>
            <a:ext cx="110926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Manbalar: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BleepingComputer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TechCrunch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1200" y="508000"/>
            <a:ext cx="85549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78A7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3-YANGILIK · 23-SENTABR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11200" y="797520"/>
            <a:ext cx="8554974" cy="7933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24"/>
              </a:lnSpc>
              <a:buNone/>
            </a:pPr>
            <a:r>
              <a:rPr lang="en-US" sz="27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Ubuntu’da bitta dastur butun serverni egallab olishi mumkin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711200" y="1641673"/>
            <a:ext cx="8554974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5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Hujum kodi internetda ochiq e’lon qilindi, tuzatma esa hali chiqmagan.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321800" y="514846"/>
            <a:ext cx="2159000" cy="1367631"/>
          </a:xfrm>
          <a:prstGeom prst="roundRect">
            <a:avLst>
              <a:gd name="adj" fmla="val 12072"/>
            </a:avLst>
          </a:prstGeom>
          <a:solidFill>
            <a:srgbClr val="12203A"/>
          </a:solidFill>
          <a:ln/>
        </p:spPr>
      </p:sp>
      <p:sp>
        <p:nvSpPr>
          <p:cNvPr id="6" name="Text 4"/>
          <p:cNvSpPr/>
          <p:nvPr/>
        </p:nvSpPr>
        <p:spPr>
          <a:xfrm>
            <a:off x="9690001" y="679946"/>
            <a:ext cx="14225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9D5E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XAVF DARAJASI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67925" y="918666"/>
            <a:ext cx="717550" cy="58539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410"/>
              </a:lnSpc>
              <a:buNone/>
            </a:pPr>
            <a:r>
              <a:rPr lang="en-US" sz="4200" b="1" dirty="0">
                <a:solidFill>
                  <a:srgbClr val="F2A5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7.8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9908183" y="1504057"/>
            <a:ext cx="9862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4EAF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dan · yuqori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4375" y="2082998"/>
            <a:ext cx="10763250" cy="1439863"/>
          </a:xfrm>
          <a:prstGeom prst="roundRect">
            <a:avLst>
              <a:gd name="adj" fmla="val 10364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7641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C0392B"/>
          </a:solidFill>
          <a:ln/>
        </p:spPr>
      </p:sp>
      <p:pic>
        <p:nvPicPr>
          <p:cNvPr id="11" name="Image 0" descr="Cod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03413" y="2390973"/>
            <a:ext cx="279400" cy="2794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88579" y="2860873"/>
            <a:ext cx="1108968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1. Konteyner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75742" y="3143448"/>
            <a:ext cx="1734641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Serverdagi alohida “xona”</a:t>
            </a:r>
            <a:endParaRPr lang="en-US" sz="1250" dirty="0"/>
          </a:p>
        </p:txBody>
      </p:sp>
      <p:pic>
        <p:nvPicPr>
          <p:cNvPr id="14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16275" y="2429073"/>
            <a:ext cx="355600" cy="203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833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pic>
        <p:nvPicPr>
          <p:cNvPr id="16" name="Image 2" descr="War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05338" y="2390973"/>
            <a:ext cx="279400" cy="2794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118967" y="2860873"/>
            <a:ext cx="1252141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 Yadro xatosi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3657476" y="3143448"/>
            <a:ext cx="2175023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Xonalar orasidagi devor teshiladi</a:t>
            </a:r>
            <a:endParaRPr lang="en-US" sz="1250" dirty="0"/>
          </a:p>
        </p:txBody>
      </p:sp>
      <p:pic>
        <p:nvPicPr>
          <p:cNvPr id="19" name="Image 3" descr="arrow-right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18200" y="2429073"/>
            <a:ext cx="355600" cy="20320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7180263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pic>
        <p:nvPicPr>
          <p:cNvPr id="21" name="Image 4" descr="Key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07263" y="2390973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815336" y="2860873"/>
            <a:ext cx="1263154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 Root huquqi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318626" y="3143448"/>
            <a:ext cx="2256575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Dastur server xo‘jayiniga aylanadi</a:t>
            </a:r>
            <a:endParaRPr lang="en-US" sz="1250" dirty="0"/>
          </a:p>
        </p:txBody>
      </p:sp>
      <p:pic>
        <p:nvPicPr>
          <p:cNvPr id="24" name="Image 5" descr="arrow-right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620125" y="2429073"/>
            <a:ext cx="355600" cy="20320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882188" y="2263973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pic>
        <p:nvPicPr>
          <p:cNvPr id="26" name="Image 6" descr="Database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09188" y="2390973"/>
            <a:ext cx="279400" cy="279400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496425" y="2860873"/>
            <a:ext cx="1304925" cy="244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725"/>
              </a:lnSpc>
              <a:buNone/>
            </a:pPr>
            <a:r>
              <a:rPr lang="en-US" sz="1500" b="1" dirty="0">
                <a:solidFill>
                  <a:srgbClr val="1220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 Butun server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9090759" y="3143448"/>
            <a:ext cx="2116158" cy="223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563"/>
              </a:lnSpc>
              <a:buNone/>
            </a:pPr>
            <a:r>
              <a:rPr lang="en-US" sz="125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Boshqa ilovalar ham xavf ostida</a:t>
            </a:r>
            <a:endParaRPr lang="en-US" sz="1250" dirty="0"/>
          </a:p>
        </p:txBody>
      </p:sp>
      <p:sp>
        <p:nvSpPr>
          <p:cNvPr id="29" name="Shape 20"/>
          <p:cNvSpPr/>
          <p:nvPr/>
        </p:nvSpPr>
        <p:spPr>
          <a:xfrm>
            <a:off x="714375" y="3719711"/>
            <a:ext cx="3464917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0" name="Image 7" descr="Lightbulb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908050" y="3887986"/>
            <a:ext cx="254000" cy="25400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1250950" y="3898106"/>
            <a:ext cx="1597918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0E6B5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Oddiy misol bilan</a:t>
            </a:r>
            <a:endParaRPr lang="en-US" sz="1600" dirty="0"/>
          </a:p>
        </p:txBody>
      </p:sp>
      <p:sp>
        <p:nvSpPr>
          <p:cNvPr id="32" name="Shape 22"/>
          <p:cNvSpPr/>
          <p:nvPr/>
        </p:nvSpPr>
        <p:spPr>
          <a:xfrm>
            <a:off x="908050" y="4319786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3" name="Text 23"/>
          <p:cNvSpPr/>
          <p:nvPr/>
        </p:nvSpPr>
        <p:spPr>
          <a:xfrm>
            <a:off x="1073150" y="4243586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Mehmonxonada har bir xona alohida qulflangan.</a:t>
            </a:r>
            <a:endParaRPr lang="en-US" sz="1350" dirty="0"/>
          </a:p>
        </p:txBody>
      </p:sp>
      <p:sp>
        <p:nvSpPr>
          <p:cNvPr id="34" name="Shape 24"/>
          <p:cNvSpPr/>
          <p:nvPr/>
        </p:nvSpPr>
        <p:spPr>
          <a:xfrm>
            <a:off x="908050" y="4867077"/>
            <a:ext cx="76200" cy="76200"/>
          </a:xfrm>
          <a:prstGeom prst="roundRect">
            <a:avLst>
              <a:gd name="adj" fmla="val 50000"/>
            </a:avLst>
          </a:prstGeom>
          <a:solidFill>
            <a:srgbClr val="178A73"/>
          </a:solidFill>
          <a:ln/>
        </p:spPr>
      </p:sp>
      <p:sp>
        <p:nvSpPr>
          <p:cNvPr id="35" name="Text 25"/>
          <p:cNvSpPr/>
          <p:nvPr/>
        </p:nvSpPr>
        <p:spPr>
          <a:xfrm>
            <a:off x="1073150" y="4790877"/>
            <a:ext cx="2999841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mehmon devorni teshib, bosh kalitni qo‘lga kiritdi.</a:t>
            </a:r>
            <a:endParaRPr lang="en-US" sz="1350" dirty="0"/>
          </a:p>
        </p:txBody>
      </p:sp>
      <p:sp>
        <p:nvSpPr>
          <p:cNvPr id="36" name="Shape 26"/>
          <p:cNvSpPr/>
          <p:nvPr/>
        </p:nvSpPr>
        <p:spPr>
          <a:xfrm>
            <a:off x="4363442" y="3719711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37" name="Image 8" descr="Users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557117" y="3887986"/>
            <a:ext cx="254000" cy="2540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4900017" y="3898106"/>
            <a:ext cx="2157139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9A5B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Bizga nima aloqasi bor?</a:t>
            </a:r>
            <a:endParaRPr lang="en-US" sz="1600" dirty="0"/>
          </a:p>
        </p:txBody>
      </p:sp>
      <p:sp>
        <p:nvSpPr>
          <p:cNvPr id="39" name="Shape 28"/>
          <p:cNvSpPr/>
          <p:nvPr/>
        </p:nvSpPr>
        <p:spPr>
          <a:xfrm>
            <a:off x="4557117" y="4319786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0" name="Text 29"/>
          <p:cNvSpPr/>
          <p:nvPr/>
        </p:nvSpPr>
        <p:spPr>
          <a:xfrm>
            <a:off x="4722217" y="4243586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Ko‘plab saytlar va bulut xizmatlari konteynerlarda ishlaydi.</a:t>
            </a:r>
            <a:endParaRPr lang="en-US" sz="1350" dirty="0"/>
          </a:p>
        </p:txBody>
      </p:sp>
      <p:sp>
        <p:nvSpPr>
          <p:cNvPr id="41" name="Shape 30"/>
          <p:cNvSpPr/>
          <p:nvPr/>
        </p:nvSpPr>
        <p:spPr>
          <a:xfrm>
            <a:off x="4557117" y="4867077"/>
            <a:ext cx="76200" cy="76200"/>
          </a:xfrm>
          <a:prstGeom prst="roundRect">
            <a:avLst>
              <a:gd name="adj" fmla="val 50000"/>
            </a:avLst>
          </a:prstGeom>
          <a:solidFill>
            <a:srgbClr val="E08E1D"/>
          </a:solidFill>
          <a:ln/>
        </p:spPr>
      </p:sp>
      <p:sp>
        <p:nvSpPr>
          <p:cNvPr id="42" name="Text 31"/>
          <p:cNvSpPr/>
          <p:nvPr/>
        </p:nvSpPr>
        <p:spPr>
          <a:xfrm>
            <a:off x="4722217" y="4790877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Bitta buzilgan ilova boshqalarning ma’lumotini ham xavf ostiga qo‘yadi.</a:t>
            </a:r>
            <a:endParaRPr lang="en-US" sz="1350" dirty="0"/>
          </a:p>
        </p:txBody>
      </p:sp>
      <p:sp>
        <p:nvSpPr>
          <p:cNvPr id="43" name="Shape 32"/>
          <p:cNvSpPr/>
          <p:nvPr/>
        </p:nvSpPr>
        <p:spPr>
          <a:xfrm>
            <a:off x="8012609" y="3719711"/>
            <a:ext cx="3465016" cy="1710531"/>
          </a:xfrm>
          <a:prstGeom prst="roundRect">
            <a:avLst>
              <a:gd name="adj" fmla="val 7981"/>
            </a:avLst>
          </a:prstGeom>
          <a:solidFill>
            <a:srgbClr val="FDFEFF"/>
          </a:solidFill>
          <a:ln w="6350">
            <a:solidFill>
              <a:srgbClr val="DCE3EE"/>
            </a:solidFill>
            <a:prstDash val="solid"/>
          </a:ln>
        </p:spPr>
      </p:sp>
      <p:pic>
        <p:nvPicPr>
          <p:cNvPr id="44" name="Image 9" descr="CheckCircle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206284" y="3887986"/>
            <a:ext cx="254000" cy="254000"/>
          </a:xfrm>
          <a:prstGeom prst="rect">
            <a:avLst/>
          </a:prstGeom>
        </p:spPr>
      </p:pic>
      <p:sp>
        <p:nvSpPr>
          <p:cNvPr id="45" name="Text 33"/>
          <p:cNvSpPr/>
          <p:nvPr/>
        </p:nvSpPr>
        <p:spPr>
          <a:xfrm>
            <a:off x="8549184" y="3898106"/>
            <a:ext cx="1710531" cy="259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40"/>
              </a:lnSpc>
              <a:buNone/>
            </a:pPr>
            <a:r>
              <a:rPr lang="en-US" sz="16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Nima qilish kerak?</a:t>
            </a:r>
            <a:endParaRPr lang="en-US" sz="1600" dirty="0"/>
          </a:p>
        </p:txBody>
      </p:sp>
      <p:sp>
        <p:nvSpPr>
          <p:cNvPr id="46" name="Shape 34"/>
          <p:cNvSpPr/>
          <p:nvPr/>
        </p:nvSpPr>
        <p:spPr>
          <a:xfrm>
            <a:off x="8206284" y="4319786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7" name="Text 35"/>
          <p:cNvSpPr/>
          <p:nvPr/>
        </p:nvSpPr>
        <p:spPr>
          <a:xfrm>
            <a:off x="8371384" y="4243586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Ubuntu yangilanishini kuzatib, chiqishi bilan darhol o‘rnating.</a:t>
            </a:r>
            <a:endParaRPr lang="en-US" sz="1350" dirty="0"/>
          </a:p>
        </p:txBody>
      </p:sp>
      <p:sp>
        <p:nvSpPr>
          <p:cNvPr id="48" name="Shape 36"/>
          <p:cNvSpPr/>
          <p:nvPr/>
        </p:nvSpPr>
        <p:spPr>
          <a:xfrm>
            <a:off x="8206284" y="4867077"/>
            <a:ext cx="76200" cy="76200"/>
          </a:xfrm>
          <a:prstGeom prst="roundRect">
            <a:avLst>
              <a:gd name="adj" fmla="val 50000"/>
            </a:avLst>
          </a:prstGeom>
          <a:solidFill>
            <a:srgbClr val="1F3864"/>
          </a:solidFill>
          <a:ln/>
        </p:spPr>
      </p:sp>
      <p:sp>
        <p:nvSpPr>
          <p:cNvPr id="49" name="Text 37"/>
          <p:cNvSpPr/>
          <p:nvPr/>
        </p:nvSpPr>
        <p:spPr>
          <a:xfrm>
            <a:off x="8371384" y="4790877"/>
            <a:ext cx="2999943" cy="4710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55"/>
              </a:lnSpc>
              <a:buNone/>
            </a:pPr>
            <a:r>
              <a:rPr lang="en-US" sz="1350" dirty="0">
                <a:solidFill>
                  <a:srgbClr val="1B2A4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Ishonchsiz dasturlarni serverda ishga tushirmang.</a:t>
            </a:r>
            <a:endParaRPr lang="en-US" sz="1350" dirty="0"/>
          </a:p>
        </p:txBody>
      </p:sp>
      <p:sp>
        <p:nvSpPr>
          <p:cNvPr id="50" name="Text 38"/>
          <p:cNvSpPr/>
          <p:nvPr/>
        </p:nvSpPr>
        <p:spPr>
          <a:xfrm>
            <a:off x="711200" y="6278959"/>
            <a:ext cx="1109268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Manbalar: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Hacker News</a:t>
            </a:r>
            <a:r>
              <a:rPr lang="en-US" sz="1200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· </a:t>
            </a:r>
            <a:r>
              <a:rPr lang="en-US" sz="1200" u="sng" dirty="0">
                <a:solidFill>
                  <a:srgbClr val="4F5E7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  <a:hlinkClick r:id="rId1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CyberSec Guru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Kiber yangiliklar 23-sentabr (UZ)</dc:title>
  <dc:subject>PptxGenJS Presentation</dc:subject>
  <dc:creator>PptxGenJS</dc:creator>
  <cp:lastModifiedBy>PptxGenJS</cp:lastModifiedBy>
  <cp:revision>1</cp:revision>
  <dcterms:created xsi:type="dcterms:W3CDTF">2026-09-24T04:09:11Z</dcterms:created>
  <dcterms:modified xsi:type="dcterms:W3CDTF">2026-09-24T04:09:11Z</dcterms:modified>
</cp:coreProperties>
</file>